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70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3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96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1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43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1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7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7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9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44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2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921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1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78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49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49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59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9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23963"/>
            <a:ext cx="7772400" cy="1470025"/>
          </a:xfrm>
        </p:spPr>
        <p:txBody>
          <a:bodyPr/>
          <a:lstStyle/>
          <a:p>
            <a:r>
              <a:rPr dirty="0"/>
              <a:t>Gestor de Gastos Personales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Moneto</a:t>
            </a:r>
            <a:endParaRPr dirty="0"/>
          </a:p>
          <a:p>
            <a:r>
              <a:rPr dirty="0"/>
              <a:t> </a:t>
            </a:r>
            <a:r>
              <a:rPr lang="es-ES" dirty="0"/>
              <a:t>David Cabrera Briales</a:t>
            </a:r>
          </a:p>
          <a:p>
            <a:r>
              <a:rPr lang="es-ES" dirty="0"/>
              <a:t>Albor Croft (Grupo Ilerna)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59A39C-0573-FA7F-2080-44650D54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7975"/>
            <a:ext cx="1050018" cy="147002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391CE30-FA37-96AE-961A-23C9182F8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5457825"/>
            <a:ext cx="209550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7E21-0915-53F5-DACC-5D2100449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81E4-919D-C5B3-63F4-E27E775E6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268" y="488950"/>
            <a:ext cx="7772400" cy="1470025"/>
          </a:xfrm>
        </p:spPr>
        <p:txBody>
          <a:bodyPr/>
          <a:lstStyle/>
          <a:p>
            <a:r>
              <a:rPr lang="es-ES" dirty="0"/>
              <a:t>Índice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559DE-C215-7769-9604-28A2D753D5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432482"/>
            <a:ext cx="6400800" cy="3206318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1.¿Qué es Moneto?</a:t>
            </a:r>
          </a:p>
          <a:p>
            <a:r>
              <a:rPr lang="es-ES" dirty="0"/>
              <a:t>2.Objetivos del proyecto</a:t>
            </a:r>
          </a:p>
          <a:p>
            <a:r>
              <a:rPr lang="es-ES" dirty="0"/>
              <a:t>3.Tecnologías usadas</a:t>
            </a:r>
          </a:p>
          <a:p>
            <a:r>
              <a:rPr lang="es-ES" dirty="0"/>
              <a:t>4.Planificación y metodología</a:t>
            </a:r>
          </a:p>
          <a:p>
            <a:r>
              <a:rPr lang="es-ES" dirty="0"/>
              <a:t>5.Analisis de requisitos</a:t>
            </a:r>
          </a:p>
          <a:p>
            <a:r>
              <a:rPr lang="es-ES" dirty="0"/>
              <a:t>6. Capturas</a:t>
            </a:r>
          </a:p>
          <a:p>
            <a:r>
              <a:rPr lang="es-ES" dirty="0"/>
              <a:t>7.Diseño y estructura</a:t>
            </a:r>
          </a:p>
          <a:p>
            <a:r>
              <a:rPr lang="es-ES" dirty="0"/>
              <a:t>8.Demostración de funcionalidades</a:t>
            </a:r>
          </a:p>
          <a:p>
            <a:r>
              <a:rPr lang="es-ES" dirty="0"/>
              <a:t>9.Dificultades y aprendizaje</a:t>
            </a:r>
          </a:p>
          <a:p>
            <a:r>
              <a:rPr lang="es-ES" dirty="0"/>
              <a:t>10.Vias futuras</a:t>
            </a:r>
          </a:p>
          <a:p>
            <a:r>
              <a:rPr lang="es-ES" dirty="0"/>
              <a:t>11.Conclusión final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832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179" y="986635"/>
            <a:ext cx="7511473" cy="1312480"/>
          </a:xfrm>
        </p:spPr>
        <p:txBody>
          <a:bodyPr/>
          <a:lstStyle/>
          <a:p>
            <a:r>
              <a:rPr dirty="0"/>
              <a:t>¿</a:t>
            </a:r>
            <a:r>
              <a:rPr dirty="0" err="1"/>
              <a:t>Qué</a:t>
            </a:r>
            <a:r>
              <a:rPr dirty="0"/>
              <a:t> es </a:t>
            </a:r>
            <a:r>
              <a:rPr lang="es-ES" dirty="0"/>
              <a:t>Moneto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App para registrar, categorizar y visualizar gastos personales.</a:t>
            </a:r>
          </a:p>
          <a:p>
            <a:r>
              <a:t>Diseñada para ser multiplataforma (Android, iOS, PC).</a:t>
            </a:r>
          </a:p>
          <a:p>
            <a:r>
              <a:t>Fácil de usar y enfocada en la simplicidad.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8" y="792665"/>
            <a:ext cx="7511473" cy="1312480"/>
          </a:xfrm>
        </p:spPr>
        <p:txBody>
          <a:bodyPr/>
          <a:lstStyle/>
          <a:p>
            <a:r>
              <a:rPr dirty="0" err="1"/>
              <a:t>Objetivos</a:t>
            </a:r>
            <a:r>
              <a:rPr dirty="0"/>
              <a:t> del </a:t>
            </a:r>
            <a:r>
              <a:rPr dirty="0" err="1"/>
              <a:t>proyecto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Desarrollar una aplicación funcional y multiplataforma.</a:t>
            </a:r>
          </a:p>
          <a:p>
            <a:r>
              <a:t>Permitir gestión de gastos sin conexión.</a:t>
            </a:r>
          </a:p>
          <a:p>
            <a:r>
              <a:t>Ofrecer una experiencia sencilla y visual.</a:t>
            </a:r>
          </a:p>
          <a:p>
            <a:r>
              <a:t>Explorar publicación en Play Store y App Store.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Tecnologías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Flutter como framework principal.</a:t>
            </a:r>
          </a:p>
          <a:p>
            <a:r>
              <a:t>Android Studio como entorno de desarrollo.</a:t>
            </a:r>
          </a:p>
          <a:p>
            <a:r>
              <a:t>SQLite para almacenamiento de datos locales.</a:t>
            </a:r>
          </a:p>
          <a:p>
            <a:r>
              <a:t>SharedPreferences para manejo del login.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Planificación y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Desarrollo progresivo por pantallas y funcionalidades.</a:t>
            </a:r>
          </a:p>
          <a:p>
            <a:r>
              <a:t>Pruebas continuas en dispositivo móvil personal.</a:t>
            </a:r>
          </a:p>
          <a:p>
            <a:r>
              <a:t>Enfoque en estabilidad y funcionalidad paso a paso.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requisitos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Funcionales: registro de gastos, login, exportación PDF</a:t>
            </a:r>
            <a:r>
              <a:rPr lang="es-ES" dirty="0"/>
              <a:t> y generación de gráfico.</a:t>
            </a:r>
            <a:endParaRPr dirty="0"/>
          </a:p>
          <a:p>
            <a:r>
              <a:rPr dirty="0"/>
              <a:t>No funcionales: sin conexión, privacidad, usabilidad.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Diseño y 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Arquitectura basada en componentes.</a:t>
            </a:r>
          </a:p>
          <a:p>
            <a:r>
              <a:t>Diseño limpio y jerarquía clara de pantallas.</a:t>
            </a:r>
          </a:p>
          <a:p>
            <a:r>
              <a:t>Clases para categorías, movimientos y servicios.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Demostración de 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Inicio de sesión básico.</a:t>
            </a:r>
          </a:p>
          <a:p>
            <a:r>
              <a:t>Navegación por categorías de gasto.</a:t>
            </a:r>
          </a:p>
          <a:p>
            <a:r>
              <a:t>Registro de gasto y visualización.</a:t>
            </a:r>
          </a:p>
          <a:p>
            <a:r>
              <a:t>Exportación de informe en PDF.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D4FAC1BE-70A6-2F7C-8F7A-DAAEB0D1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732" y="771788"/>
            <a:ext cx="8229600" cy="1143000"/>
          </a:xfrm>
        </p:spPr>
        <p:txBody>
          <a:bodyPr/>
          <a:lstStyle/>
          <a:p>
            <a:r>
              <a:rPr lang="es-ES" dirty="0"/>
              <a:t>Capturas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8AF1CA5-8A03-902E-4981-A2175D791CC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2901950"/>
            <a:ext cx="2476500" cy="3978275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563AD90-51F4-C439-D370-7588E2BD5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039" y="3164890"/>
            <a:ext cx="2852764" cy="36931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165DC22-6422-74A0-868A-28FD56793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17" y="3164890"/>
            <a:ext cx="2584615" cy="369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0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AF2F2-6427-FA31-71FB-32A5489F1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37" y="1153527"/>
            <a:ext cx="8229600" cy="1143000"/>
          </a:xfrm>
        </p:spPr>
        <p:txBody>
          <a:bodyPr/>
          <a:lstStyle/>
          <a:p>
            <a:r>
              <a:rPr lang="es-ES" dirty="0"/>
              <a:t>Capturas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B0B52DD-7B81-8DA9-7E7E-8FF3722F1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18" y="3209278"/>
            <a:ext cx="1664810" cy="370198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9451AEA-BE60-93CD-9CD4-D26AA67E2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205" y="3262544"/>
            <a:ext cx="2407432" cy="359545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B2A5FE1-9F0E-A0EE-C3A7-3185E638C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214" y="3262544"/>
            <a:ext cx="1794804" cy="359545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789BB74-619A-5704-3143-1126D6F5C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595" y="3262544"/>
            <a:ext cx="2443848" cy="359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4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Dificultades y aprendizajes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Gestión de errores y control de estado.</a:t>
            </a:r>
          </a:p>
          <a:p>
            <a:r>
              <a:t>Aprendizaje de Flutter y SQLite.</a:t>
            </a:r>
          </a:p>
          <a:p>
            <a:r>
              <a:t>Organización y constancia en el desarrollo.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Vías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Añadir gráficos estadísticos.</a:t>
            </a:r>
          </a:p>
          <a:p>
            <a:r>
              <a:t>Funcionalidad de presupuestos mensuales.</a:t>
            </a:r>
          </a:p>
          <a:p>
            <a:r>
              <a:t>Subida a tiendas oficiales (Play Store, App Store).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Objetivos principales alcanzados.</a:t>
            </a:r>
          </a:p>
          <a:p>
            <a:r>
              <a:t>Aplicación funcional, usable y ampliable.</a:t>
            </a:r>
          </a:p>
          <a:p>
            <a:r>
              <a:t>Experiencia valiosa y enriquecedora.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Gracias por su atención.</a:t>
            </a:r>
          </a:p>
          <a:p>
            <a:r>
              <a:t>¿Preguntas?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66</TotalTime>
  <Words>341</Words>
  <Application>Microsoft Office PowerPoint</Application>
  <PresentationFormat>Presentación en pantalla (4:3)</PresentationFormat>
  <Paragraphs>74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Malla</vt:lpstr>
      <vt:lpstr>Gestor de Gastos Personales</vt:lpstr>
      <vt:lpstr>Índice</vt:lpstr>
      <vt:lpstr>¿Qué es Moneto?</vt:lpstr>
      <vt:lpstr>Objetivos del proyecto</vt:lpstr>
      <vt:lpstr>Tecnologías utilizadas</vt:lpstr>
      <vt:lpstr>Planificación y metodología</vt:lpstr>
      <vt:lpstr>Análisis de requisitos</vt:lpstr>
      <vt:lpstr>Diseño y estructura</vt:lpstr>
      <vt:lpstr>Demostración de funcionalidades</vt:lpstr>
      <vt:lpstr>Capturas </vt:lpstr>
      <vt:lpstr>Capturas</vt:lpstr>
      <vt:lpstr>Dificultades y aprendizajes</vt:lpstr>
      <vt:lpstr>Vías futuras</vt:lpstr>
      <vt:lpstr>Conclusión final</vt:lpstr>
      <vt:lpstr>Gracias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</cp:lastModifiedBy>
  <cp:revision>7</cp:revision>
  <dcterms:created xsi:type="dcterms:W3CDTF">2013-01-27T09:14:16Z</dcterms:created>
  <dcterms:modified xsi:type="dcterms:W3CDTF">2025-05-29T10:46:30Z</dcterms:modified>
  <cp:category/>
</cp:coreProperties>
</file>